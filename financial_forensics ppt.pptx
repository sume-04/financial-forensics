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DM Sans" pitchFamily="2" charset="0"/>
      <p:regular r:id="rId11"/>
    </p:embeddedFont>
    <p:embeddedFont>
      <p:font typeface="Libre Baskerville" panose="020000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7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9265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Company Financial Decoding: A Clearer Picture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5915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 valuable insights and gain a deeper understanding of company financials with this comprehensive website.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65701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105310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Understanding Financial Statements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Balance Sheet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snapshot of a company's assets, liabilities, and equity at a specific point in time.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Income Statement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Summarizes a company's revenues and expenses over a period of time, revealing profitability.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30494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Cash Flow Statement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Tracks the movement of cash both into and out of a company during a period.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FDFA9B-F259-9161-9E64-63EDF5B58737}"/>
              </a:ext>
            </a:extLst>
          </p:cNvPr>
          <p:cNvSpPr/>
          <p:nvPr/>
        </p:nvSpPr>
        <p:spPr>
          <a:xfrm>
            <a:off x="12813174" y="7743464"/>
            <a:ext cx="1713054" cy="381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5599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Analyzing the Balance Sheet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013710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248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Assets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73856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Resources owned by the company that have future economic benefit.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013710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3248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Liabilities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73856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Obligations of the company to outside parties, including loans and accounts payable.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88518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5229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Equity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013371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residual value of the company after all liabilities are paid off, representing ownership claims.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753" y="540425"/>
            <a:ext cx="7770495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Interpreting the Income Statement</a:t>
            </a:r>
            <a:endParaRPr lang="en-US" sz="3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53" y="2061091"/>
            <a:ext cx="490538" cy="490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6753" y="2747843"/>
            <a:ext cx="2393871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686753" y="3172063"/>
            <a:ext cx="2393871" cy="1255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total amount of money a company earns from its products or services.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946" y="2061091"/>
            <a:ext cx="490538" cy="4905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74946" y="2747843"/>
            <a:ext cx="2393990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Cost of Goods Sold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3374946" y="3478649"/>
            <a:ext cx="2393990" cy="1255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direct costs associated with producing and delivering goods or services.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3258" y="2061091"/>
            <a:ext cx="490538" cy="4905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63258" y="2747843"/>
            <a:ext cx="2393871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Operating Expenses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6063258" y="3478649"/>
            <a:ext cx="2393871" cy="1255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Indirect costs involved in running a business, such as rent, salaries, and utilities.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753" y="5322689"/>
            <a:ext cx="490538" cy="4905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6753" y="6009442"/>
            <a:ext cx="2393871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Net Income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686753" y="6433661"/>
            <a:ext cx="2393871" cy="1255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profit or loss a company generates after deducting all expenses from revenue.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644" y="781883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Evaluating Cash Flow Statements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1087041" y="2490549"/>
            <a:ext cx="30480" cy="4957167"/>
          </a:xfrm>
          <a:prstGeom prst="roundRect">
            <a:avLst>
              <a:gd name="adj" fmla="val 303837"/>
            </a:avLst>
          </a:prstGeom>
          <a:solidFill>
            <a:srgbClr val="DDD3BA"/>
          </a:solidFill>
          <a:ln/>
        </p:spPr>
      </p:sp>
      <p:sp>
        <p:nvSpPr>
          <p:cNvPr id="5" name="Shape 2"/>
          <p:cNvSpPr/>
          <p:nvPr/>
        </p:nvSpPr>
        <p:spPr>
          <a:xfrm>
            <a:off x="1319808" y="2971324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DDD3BA"/>
          </a:solidFill>
          <a:ln/>
        </p:spPr>
      </p:sp>
      <p:sp>
        <p:nvSpPr>
          <p:cNvPr id="6" name="Shape 3"/>
          <p:cNvSpPr/>
          <p:nvPr/>
        </p:nvSpPr>
        <p:spPr>
          <a:xfrm>
            <a:off x="854273" y="2738557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8462" y="2821186"/>
            <a:ext cx="14751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314932" y="2710934"/>
            <a:ext cx="2803327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Operating Activities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2314932" y="3187660"/>
            <a:ext cx="6057424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Cash flows from the company's core business operations.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319808" y="4461986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DDD3BA"/>
          </a:solidFill>
          <a:ln/>
        </p:spPr>
      </p:sp>
      <p:sp>
        <p:nvSpPr>
          <p:cNvPr id="11" name="Shape 8"/>
          <p:cNvSpPr/>
          <p:nvPr/>
        </p:nvSpPr>
        <p:spPr>
          <a:xfrm>
            <a:off x="854273" y="422921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0363" y="4311848"/>
            <a:ext cx="203716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314932" y="420159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Investing Activities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2314932" y="467832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Cash flows related to the purchase and sale of long-term assets.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319808" y="6305431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DDD3BA"/>
          </a:solidFill>
          <a:ln/>
        </p:spPr>
      </p:sp>
      <p:sp>
        <p:nvSpPr>
          <p:cNvPr id="16" name="Shape 13"/>
          <p:cNvSpPr/>
          <p:nvPr/>
        </p:nvSpPr>
        <p:spPr>
          <a:xfrm>
            <a:off x="854273" y="6072664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0363" y="6155293"/>
            <a:ext cx="203716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314932" y="6045041"/>
            <a:ext cx="2768084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Financing Activities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2314932" y="652176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Cash flows related to funding the business, such as debt or equity financing.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566" y="705922"/>
            <a:ext cx="7702868" cy="1287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50"/>
              </a:lnSpc>
              <a:buNone/>
            </a:pPr>
            <a:r>
              <a:rPr lang="en-US" sz="4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Financial Ratios and Metrics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66" y="2301835"/>
            <a:ext cx="1029533" cy="12353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58948" y="2507694"/>
            <a:ext cx="257377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Profitability Ratios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2058948" y="2952869"/>
            <a:ext cx="6364486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 a company's ability to generate profits.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66" y="3537228"/>
            <a:ext cx="1029533" cy="12353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58948" y="3743087"/>
            <a:ext cx="257377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Liquidity Ratios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2058948" y="4188262"/>
            <a:ext cx="6364486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 a company's ability to meet short-term financial obligations.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66" y="4772620"/>
            <a:ext cx="1029533" cy="15155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58948" y="4978479"/>
            <a:ext cx="257377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Solvency Ratios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2058948" y="5423654"/>
            <a:ext cx="6364486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 a company's long-term financial health and ability to repay debts.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66" y="6288167"/>
            <a:ext cx="1029533" cy="123539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058948" y="6494026"/>
            <a:ext cx="257377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Valuation Ratios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2058948" y="6939201"/>
            <a:ext cx="6364486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a company's market value to its financial performance.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270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Identifying Growth Opportunities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70428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03973" y="24704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Market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2960846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expanding markets and emerging trends.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3550563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4134" y="3550563"/>
            <a:ext cx="30687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Competitive Analysis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4040981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 strengths and weaknesses of competitors.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4630698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84415" y="46306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Financial Planning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5121116"/>
            <a:ext cx="636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 a strategic plan for growth, including capital allocation.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814513" y="6073735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24695" y="6073735"/>
            <a:ext cx="31299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Investment Strategies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324695" y="6564154"/>
            <a:ext cx="60255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Consider potential investments and acquisitions to drive expansion.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 and Next Steps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Armed with this knowledge, you can confidently navigate the complexities of financial analysis and make informed decisions based on reliable insights.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383</Words>
  <Application>Microsoft Office PowerPoint</Application>
  <PresentationFormat>Custom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Libre Baskerville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Sumaya Shaik</cp:lastModifiedBy>
  <cp:revision>2</cp:revision>
  <dcterms:created xsi:type="dcterms:W3CDTF">2025-02-12T06:19:30Z</dcterms:created>
  <dcterms:modified xsi:type="dcterms:W3CDTF">2025-02-12T06:53:43Z</dcterms:modified>
</cp:coreProperties>
</file>